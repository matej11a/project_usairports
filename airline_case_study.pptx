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2" r:id="rId5"/>
    <p:sldId id="261" r:id="rId6"/>
    <p:sldId id="258" r:id="rId7"/>
    <p:sldId id="259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2D54"/>
    <a:srgbClr val="93335F"/>
    <a:srgbClr val="8E6C00"/>
    <a:srgbClr val="00823B"/>
    <a:srgbClr val="EC6306"/>
    <a:srgbClr val="492A82"/>
    <a:srgbClr val="7B5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77BC3-8081-49FD-A9DC-4D8DD518BCDB}" v="36" dt="2026-05-04T08:10:26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j Adamec | Blueleaf" userId="0e80f426-8cce-4cec-8dc0-34d9b74eaf55" providerId="ADAL" clId="{BB664AFF-7F9B-4611-8C51-73F12614DE36}"/>
    <pc:docChg chg="undo custSel delSld modSld sldOrd">
      <pc:chgData name="Matej Adamec | Blueleaf" userId="0e80f426-8cce-4cec-8dc0-34d9b74eaf55" providerId="ADAL" clId="{BB664AFF-7F9B-4611-8C51-73F12614DE36}" dt="2026-05-04T08:47:15.459" v="3167" actId="1076"/>
      <pc:docMkLst>
        <pc:docMk/>
      </pc:docMkLst>
      <pc:sldChg chg="modSp mod setBg">
        <pc:chgData name="Matej Adamec | Blueleaf" userId="0e80f426-8cce-4cec-8dc0-34d9b74eaf55" providerId="ADAL" clId="{BB664AFF-7F9B-4611-8C51-73F12614DE36}" dt="2026-05-03T13:02:49.416" v="10"/>
        <pc:sldMkLst>
          <pc:docMk/>
          <pc:sldMk cId="0" sldId="256"/>
        </pc:sldMkLst>
        <pc:spChg chg="mod">
          <ac:chgData name="Matej Adamec | Blueleaf" userId="0e80f426-8cce-4cec-8dc0-34d9b74eaf55" providerId="ADAL" clId="{BB664AFF-7F9B-4611-8C51-73F12614DE36}" dt="2026-05-03T13:02:36.205" v="8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2:49.416" v="10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setBg">
        <pc:chgData name="Matej Adamec | Blueleaf" userId="0e80f426-8cce-4cec-8dc0-34d9b74eaf55" providerId="ADAL" clId="{BB664AFF-7F9B-4611-8C51-73F12614DE36}" dt="2026-05-03T20:27:43.146" v="1115" actId="20577"/>
        <pc:sldMkLst>
          <pc:docMk/>
          <pc:sldMk cId="0" sldId="257"/>
        </pc:sldMkLst>
        <pc:spChg chg="mod">
          <ac:chgData name="Matej Adamec | Blueleaf" userId="0e80f426-8cce-4cec-8dc0-34d9b74eaf55" providerId="ADAL" clId="{BB664AFF-7F9B-4611-8C51-73F12614DE36}" dt="2026-05-03T13:01:45.973" v="4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1:41.532" v="3" actId="1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7:39.275" v="15" actId="208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7:26.907" v="14" actId="20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8:31.525" v="18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8:34.770" v="2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9:23.043" v="21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09:36.303" v="47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9:23.014" v="239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26:18.086" v="1014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26:35.527" v="1054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27:43.146" v="1115" actId="20577"/>
          <ac:spMkLst>
            <pc:docMk/>
            <pc:sldMk cId="0" sldId="257"/>
            <ac:spMk id="33" creationId="{00000000-0000-0000-0000-000000000000}"/>
          </ac:spMkLst>
        </pc:spChg>
        <pc:picChg chg="add del mod ord">
          <ac:chgData name="Matej Adamec | Blueleaf" userId="0e80f426-8cce-4cec-8dc0-34d9b74eaf55" providerId="ADAL" clId="{BB664AFF-7F9B-4611-8C51-73F12614DE36}" dt="2026-05-03T13:25:36.685" v="213" actId="478"/>
          <ac:picMkLst>
            <pc:docMk/>
            <pc:sldMk cId="0" sldId="257"/>
            <ac:picMk id="35" creationId="{383BFFE3-34F8-4B2C-02F8-24AA025FC27E}"/>
          </ac:picMkLst>
        </pc:picChg>
      </pc:sldChg>
      <pc:sldChg chg="addSp delSp modSp mod setBg">
        <pc:chgData name="Matej Adamec | Blueleaf" userId="0e80f426-8cce-4cec-8dc0-34d9b74eaf55" providerId="ADAL" clId="{BB664AFF-7F9B-4611-8C51-73F12614DE36}" dt="2026-05-03T21:02:21.335" v="1924" actId="208"/>
        <pc:sldMkLst>
          <pc:docMk/>
          <pc:sldMk cId="0" sldId="258"/>
        </pc:sldMkLst>
        <pc:spChg chg="mod">
          <ac:chgData name="Matej Adamec | Blueleaf" userId="0e80f426-8cce-4cec-8dc0-34d9b74eaf55" providerId="ADAL" clId="{BB664AFF-7F9B-4611-8C51-73F12614DE36}" dt="2026-05-03T21:02:21.335" v="1924" actId="208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7:53.139" v="68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4:51:47.385" v="57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4:51:50.471" v="57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1:52.102" v="671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08:42.197" v="604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1:55.415" v="672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0:54.262" v="664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1:58.572" v="673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09:37.238" v="644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2:02.069" v="674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12:10.948" v="675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09:18.915" v="627" actId="20577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Matej Adamec | Blueleaf" userId="0e80f426-8cce-4cec-8dc0-34d9b74eaf55" providerId="ADAL" clId="{BB664AFF-7F9B-4611-8C51-73F12614DE36}" dt="2026-05-03T20:18:02.749" v="684" actId="21"/>
          <ac:spMkLst>
            <pc:docMk/>
            <pc:sldMk cId="0" sldId="258"/>
            <ac:spMk id="18" creationId="{5524BF82-3337-FAC7-2456-4C49DEDA4651}"/>
          </ac:spMkLst>
        </pc:spChg>
        <pc:spChg chg="add mod">
          <ac:chgData name="Matej Adamec | Blueleaf" userId="0e80f426-8cce-4cec-8dc0-34d9b74eaf55" providerId="ADAL" clId="{BB664AFF-7F9B-4611-8C51-73F12614DE36}" dt="2026-05-03T20:24:43.385" v="1010" actId="20577"/>
          <ac:spMkLst>
            <pc:docMk/>
            <pc:sldMk cId="0" sldId="258"/>
            <ac:spMk id="21" creationId="{1CD823BF-48BE-F275-FE6D-13134E8C8366}"/>
          </ac:spMkLst>
        </pc:spChg>
        <pc:graphicFrameChg chg="del">
          <ac:chgData name="Matej Adamec | Blueleaf" userId="0e80f426-8cce-4cec-8dc0-34d9b74eaf55" providerId="ADAL" clId="{BB664AFF-7F9B-4611-8C51-73F12614DE36}" dt="2026-05-03T20:17:28.902" v="676" actId="478"/>
          <ac:graphicFrameMkLst>
            <pc:docMk/>
            <pc:sldMk cId="0" sldId="258"/>
            <ac:graphicFrameMk id="6" creationId="{00000000-0000-0000-0000-000000000000}"/>
          </ac:graphicFrameMkLst>
        </pc:graphicFrameChg>
        <pc:picChg chg="add mod">
          <ac:chgData name="Matej Adamec | Blueleaf" userId="0e80f426-8cce-4cec-8dc0-34d9b74eaf55" providerId="ADAL" clId="{BB664AFF-7F9B-4611-8C51-73F12614DE36}" dt="2026-05-03T20:17:39.261" v="680" actId="1076"/>
          <ac:picMkLst>
            <pc:docMk/>
            <pc:sldMk cId="0" sldId="258"/>
            <ac:picMk id="20" creationId="{8EC812F8-29C4-6C00-12EE-6A72263DA6B2}"/>
          </ac:picMkLst>
        </pc:picChg>
      </pc:sldChg>
      <pc:sldChg chg="addSp delSp modSp mod setBg">
        <pc:chgData name="Matej Adamec | Blueleaf" userId="0e80f426-8cce-4cec-8dc0-34d9b74eaf55" providerId="ADAL" clId="{BB664AFF-7F9B-4611-8C51-73F12614DE36}" dt="2026-05-03T21:02:32.254" v="1926" actId="208"/>
        <pc:sldMkLst>
          <pc:docMk/>
          <pc:sldMk cId="0" sldId="259"/>
        </pc:sldMkLst>
        <pc:spChg chg="mod">
          <ac:chgData name="Matej Adamec | Blueleaf" userId="0e80f426-8cce-4cec-8dc0-34d9b74eaf55" providerId="ADAL" clId="{BB664AFF-7F9B-4611-8C51-73F12614DE36}" dt="2026-05-03T21:02:32.254" v="1926" actId="2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32:52.260" v="1248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1:01:37.548" v="1920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0:30:00.460" v="1244" actId="20577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3T20:38:11.537" v="1284" actId="20577"/>
          <ac:spMkLst>
            <pc:docMk/>
            <pc:sldMk cId="0" sldId="259"/>
            <ac:spMk id="8" creationId="{FB99DAE5-048A-82E3-4CC9-15CE9C7CBF0C}"/>
          </ac:spMkLst>
        </pc:spChg>
        <pc:spChg chg="add mod">
          <ac:chgData name="Matej Adamec | Blueleaf" userId="0e80f426-8cce-4cec-8dc0-34d9b74eaf55" providerId="ADAL" clId="{BB664AFF-7F9B-4611-8C51-73F12614DE36}" dt="2026-05-03T20:46:01.109" v="1799" actId="33524"/>
          <ac:spMkLst>
            <pc:docMk/>
            <pc:sldMk cId="0" sldId="259"/>
            <ac:spMk id="11" creationId="{CAE2582B-8428-FE8B-92A3-CEBEDD839122}"/>
          </ac:spMkLst>
        </pc:spChg>
        <pc:spChg chg="add mod">
          <ac:chgData name="Matej Adamec | Blueleaf" userId="0e80f426-8cce-4cec-8dc0-34d9b74eaf55" providerId="ADAL" clId="{BB664AFF-7F9B-4611-8C51-73F12614DE36}" dt="2026-05-03T20:46:55.130" v="1900" actId="1076"/>
          <ac:spMkLst>
            <pc:docMk/>
            <pc:sldMk cId="0" sldId="259"/>
            <ac:spMk id="12" creationId="{8C0C6ED6-9A21-1303-BA94-D95167A08B8D}"/>
          </ac:spMkLst>
        </pc:spChg>
        <pc:graphicFrameChg chg="del">
          <ac:chgData name="Matej Adamec | Blueleaf" userId="0e80f426-8cce-4cec-8dc0-34d9b74eaf55" providerId="ADAL" clId="{BB664AFF-7F9B-4611-8C51-73F12614DE36}" dt="2026-05-03T20:37:27.220" v="1255" actId="478"/>
          <ac:graphicFrameMkLst>
            <pc:docMk/>
            <pc:sldMk cId="0" sldId="259"/>
            <ac:graphicFrameMk id="6" creationId="{00000000-0000-0000-0000-000000000000}"/>
          </ac:graphicFrameMkLst>
        </pc:graphicFrameChg>
        <pc:graphicFrameChg chg="mod modGraphic">
          <ac:chgData name="Matej Adamec | Blueleaf" userId="0e80f426-8cce-4cec-8dc0-34d9b74eaf55" providerId="ADAL" clId="{BB664AFF-7F9B-4611-8C51-73F12614DE36}" dt="2026-05-03T20:38:44.773" v="1293" actId="1076"/>
          <ac:graphicFrameMkLst>
            <pc:docMk/>
            <pc:sldMk cId="0" sldId="259"/>
            <ac:graphicFrameMk id="7" creationId="{00000000-0000-0000-0000-000000000000}"/>
          </ac:graphicFrameMkLst>
        </pc:graphicFrameChg>
        <pc:picChg chg="add del mod">
          <ac:chgData name="Matej Adamec | Blueleaf" userId="0e80f426-8cce-4cec-8dc0-34d9b74eaf55" providerId="ADAL" clId="{BB664AFF-7F9B-4611-8C51-73F12614DE36}" dt="2026-05-03T20:49:05.825" v="1901" actId="478"/>
          <ac:picMkLst>
            <pc:docMk/>
            <pc:sldMk cId="0" sldId="259"/>
            <ac:picMk id="10" creationId="{61BAA950-C0BB-8C3B-A076-BBC19037C9DE}"/>
          </ac:picMkLst>
        </pc:picChg>
        <pc:picChg chg="add mod">
          <ac:chgData name="Matej Adamec | Blueleaf" userId="0e80f426-8cce-4cec-8dc0-34d9b74eaf55" providerId="ADAL" clId="{BB664AFF-7F9B-4611-8C51-73F12614DE36}" dt="2026-05-03T20:49:21.442" v="1905" actId="1076"/>
          <ac:picMkLst>
            <pc:docMk/>
            <pc:sldMk cId="0" sldId="259"/>
            <ac:picMk id="14" creationId="{B599E592-9A32-2686-8829-231D1EEFC3A9}"/>
          </ac:picMkLst>
        </pc:picChg>
      </pc:sldChg>
      <pc:sldChg chg="addSp delSp modSp mod ord setBg">
        <pc:chgData name="Matej Adamec | Blueleaf" userId="0e80f426-8cce-4cec-8dc0-34d9b74eaf55" providerId="ADAL" clId="{BB664AFF-7F9B-4611-8C51-73F12614DE36}" dt="2026-05-03T14:50:41.620" v="556" actId="1076"/>
        <pc:sldMkLst>
          <pc:docMk/>
          <pc:sldMk cId="0" sldId="260"/>
        </pc:sldMkLst>
        <pc:spChg chg="mod">
          <ac:chgData name="Matej Adamec | Blueleaf" userId="0e80f426-8cce-4cec-8dc0-34d9b74eaf55" providerId="ADAL" clId="{BB664AFF-7F9B-4611-8C51-73F12614DE36}" dt="2026-05-03T14:10:29.392" v="269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4:09:51" v="265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0:20.074" v="17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5:49.068" v="217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5:52.385" v="223" actId="20577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3T14:16:07.945" v="464" actId="255"/>
          <ac:spMkLst>
            <pc:docMk/>
            <pc:sldMk cId="0" sldId="260"/>
            <ac:spMk id="32" creationId="{C9DA3C9F-4512-2505-F6E6-924175AB4941}"/>
          </ac:spMkLst>
        </pc:spChg>
        <pc:graphicFrameChg chg="del">
          <ac:chgData name="Matej Adamec | Blueleaf" userId="0e80f426-8cce-4cec-8dc0-34d9b74eaf55" providerId="ADAL" clId="{BB664AFF-7F9B-4611-8C51-73F12614DE36}" dt="2026-05-03T13:20:33.025" v="179" actId="478"/>
          <ac:graphicFrameMkLst>
            <pc:docMk/>
            <pc:sldMk cId="0" sldId="260"/>
            <ac:graphicFrameMk id="6" creationId="{00000000-0000-0000-0000-000000000000}"/>
          </ac:graphicFrameMkLst>
        </pc:graphicFrameChg>
        <pc:picChg chg="add del mod">
          <ac:chgData name="Matej Adamec | Blueleaf" userId="0e80f426-8cce-4cec-8dc0-34d9b74eaf55" providerId="ADAL" clId="{BB664AFF-7F9B-4611-8C51-73F12614DE36}" dt="2026-05-03T13:23:47.778" v="195" actId="478"/>
          <ac:picMkLst>
            <pc:docMk/>
            <pc:sldMk cId="0" sldId="260"/>
            <ac:picMk id="23" creationId="{A96C7BDD-D1D5-4DF8-B5B4-E70DF03FDDF2}"/>
          </ac:picMkLst>
        </pc:picChg>
        <pc:picChg chg="add del mod ord">
          <ac:chgData name="Matej Adamec | Blueleaf" userId="0e80f426-8cce-4cec-8dc0-34d9b74eaf55" providerId="ADAL" clId="{BB664AFF-7F9B-4611-8C51-73F12614DE36}" dt="2026-05-03T13:25:32.881" v="212" actId="478"/>
          <ac:picMkLst>
            <pc:docMk/>
            <pc:sldMk cId="0" sldId="260"/>
            <ac:picMk id="25" creationId="{70C0D9CE-35E3-2386-84B6-77A8331D8DD2}"/>
          </ac:picMkLst>
        </pc:picChg>
        <pc:picChg chg="add del mod">
          <ac:chgData name="Matej Adamec | Blueleaf" userId="0e80f426-8cce-4cec-8dc0-34d9b74eaf55" providerId="ADAL" clId="{BB664AFF-7F9B-4611-8C51-73F12614DE36}" dt="2026-05-03T13:24:03.777" v="200" actId="478"/>
          <ac:picMkLst>
            <pc:docMk/>
            <pc:sldMk cId="0" sldId="260"/>
            <ac:picMk id="27" creationId="{2328A32A-8690-F3E8-E79F-CF89CDD3AA93}"/>
          </ac:picMkLst>
        </pc:picChg>
        <pc:picChg chg="add del mod">
          <ac:chgData name="Matej Adamec | Blueleaf" userId="0e80f426-8cce-4cec-8dc0-34d9b74eaf55" providerId="ADAL" clId="{BB664AFF-7F9B-4611-8C51-73F12614DE36}" dt="2026-05-03T13:24:14.501" v="205" actId="478"/>
          <ac:picMkLst>
            <pc:docMk/>
            <pc:sldMk cId="0" sldId="260"/>
            <ac:picMk id="29" creationId="{097F815C-C506-7F1E-C0E0-79A463D838B9}"/>
          </ac:picMkLst>
        </pc:picChg>
        <pc:picChg chg="add del mod">
          <ac:chgData name="Matej Adamec | Blueleaf" userId="0e80f426-8cce-4cec-8dc0-34d9b74eaf55" providerId="ADAL" clId="{BB664AFF-7F9B-4611-8C51-73F12614DE36}" dt="2026-05-03T14:50:29.321" v="553" actId="478"/>
          <ac:picMkLst>
            <pc:docMk/>
            <pc:sldMk cId="0" sldId="260"/>
            <ac:picMk id="31" creationId="{7059870D-4E18-E313-1A34-0DBC90978D89}"/>
          </ac:picMkLst>
        </pc:picChg>
        <pc:picChg chg="add mod">
          <ac:chgData name="Matej Adamec | Blueleaf" userId="0e80f426-8cce-4cec-8dc0-34d9b74eaf55" providerId="ADAL" clId="{BB664AFF-7F9B-4611-8C51-73F12614DE36}" dt="2026-05-03T14:50:41.620" v="556" actId="1076"/>
          <ac:picMkLst>
            <pc:docMk/>
            <pc:sldMk cId="0" sldId="260"/>
            <ac:picMk id="34" creationId="{98AAC0EC-76F6-0339-FF86-E8CEA20AE729}"/>
          </ac:picMkLst>
        </pc:picChg>
      </pc:sldChg>
      <pc:sldChg chg="addSp delSp modSp mod ord setBg">
        <pc:chgData name="Matej Adamec | Blueleaf" userId="0e80f426-8cce-4cec-8dc0-34d9b74eaf55" providerId="ADAL" clId="{BB664AFF-7F9B-4611-8C51-73F12614DE36}" dt="2026-05-03T21:02:09.171" v="1922" actId="208"/>
        <pc:sldMkLst>
          <pc:docMk/>
          <pc:sldMk cId="0" sldId="261"/>
        </pc:sldMkLst>
        <pc:spChg chg="mod">
          <ac:chgData name="Matej Adamec | Blueleaf" userId="0e80f426-8cce-4cec-8dc0-34d9b74eaf55" providerId="ADAL" clId="{BB664AFF-7F9B-4611-8C51-73F12614DE36}" dt="2026-05-03T21:02:09.171" v="1922" actId="20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4:39:32.556" v="48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7:01.624" v="226" actId="207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3T14:42:09.011" v="503" actId="1076"/>
          <ac:spMkLst>
            <pc:docMk/>
            <pc:sldMk cId="0" sldId="261"/>
            <ac:spMk id="10" creationId="{AA4C1EE1-B084-7D39-48D9-434037091921}"/>
          </ac:spMkLst>
        </pc:spChg>
        <pc:spChg chg="add mod">
          <ac:chgData name="Matej Adamec | Blueleaf" userId="0e80f426-8cce-4cec-8dc0-34d9b74eaf55" providerId="ADAL" clId="{BB664AFF-7F9B-4611-8C51-73F12614DE36}" dt="2026-05-03T14:44:36.981" v="541" actId="255"/>
          <ac:spMkLst>
            <pc:docMk/>
            <pc:sldMk cId="0" sldId="261"/>
            <ac:spMk id="11" creationId="{E40F53D8-5DF8-2DD7-A188-8E1961C4CA2D}"/>
          </ac:spMkLst>
        </pc:spChg>
        <pc:graphicFrameChg chg="del">
          <ac:chgData name="Matej Adamec | Blueleaf" userId="0e80f426-8cce-4cec-8dc0-34d9b74eaf55" providerId="ADAL" clId="{BB664AFF-7F9B-4611-8C51-73F12614DE36}" dt="2026-05-03T14:40:29.359" v="494" actId="478"/>
          <ac:graphicFrameMkLst>
            <pc:docMk/>
            <pc:sldMk cId="0" sldId="261"/>
            <ac:graphicFrameMk id="6" creationId="{00000000-0000-0000-0000-000000000000}"/>
          </ac:graphicFrameMkLst>
        </pc:graphicFrameChg>
        <pc:graphicFrameChg chg="del">
          <ac:chgData name="Matej Adamec | Blueleaf" userId="0e80f426-8cce-4cec-8dc0-34d9b74eaf55" providerId="ADAL" clId="{BB664AFF-7F9B-4611-8C51-73F12614DE36}" dt="2026-05-03T14:40:26.164" v="493" actId="478"/>
          <ac:graphicFrameMkLst>
            <pc:docMk/>
            <pc:sldMk cId="0" sldId="261"/>
            <ac:graphicFrameMk id="7" creationId="{00000000-0000-0000-0000-000000000000}"/>
          </ac:graphicFrameMkLst>
        </pc:graphicFrameChg>
        <pc:picChg chg="add mod">
          <ac:chgData name="Matej Adamec | Blueleaf" userId="0e80f426-8cce-4cec-8dc0-34d9b74eaf55" providerId="ADAL" clId="{BB664AFF-7F9B-4611-8C51-73F12614DE36}" dt="2026-05-03T14:42:20.361" v="504" actId="1076"/>
          <ac:picMkLst>
            <pc:docMk/>
            <pc:sldMk cId="0" sldId="261"/>
            <ac:picMk id="9" creationId="{51788449-7DE7-63A0-1879-F5384C09B040}"/>
          </ac:picMkLst>
        </pc:picChg>
      </pc:sldChg>
      <pc:sldChg chg="addSp delSp modSp mod ord setBg">
        <pc:chgData name="Matej Adamec | Blueleaf" userId="0e80f426-8cce-4cec-8dc0-34d9b74eaf55" providerId="ADAL" clId="{BB664AFF-7F9B-4611-8C51-73F12614DE36}" dt="2026-05-03T14:49:03.615" v="552" actId="1076"/>
        <pc:sldMkLst>
          <pc:docMk/>
          <pc:sldMk cId="0" sldId="262"/>
        </pc:sldMkLst>
        <pc:spChg chg="mod">
          <ac:chgData name="Matej Adamec | Blueleaf" userId="0e80f426-8cce-4cec-8dc0-34d9b74eaf55" providerId="ADAL" clId="{BB664AFF-7F9B-4611-8C51-73F12614DE36}" dt="2026-05-03T13:29:54.663" v="243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27:12.934" v="227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38:59.829" v="245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13:43:09.914" v="252" actId="20577"/>
          <ac:spMkLst>
            <pc:docMk/>
            <pc:sldMk cId="0" sldId="262"/>
            <ac:spMk id="21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3T14:16:15.527" v="466" actId="255"/>
          <ac:spMkLst>
            <pc:docMk/>
            <pc:sldMk cId="0" sldId="262"/>
            <ac:spMk id="26" creationId="{B66881C9-D11A-BB3E-515B-3B623D2D1225}"/>
          </ac:spMkLst>
        </pc:spChg>
        <pc:spChg chg="add mod">
          <ac:chgData name="Matej Adamec | Blueleaf" userId="0e80f426-8cce-4cec-8dc0-34d9b74eaf55" providerId="ADAL" clId="{BB664AFF-7F9B-4611-8C51-73F12614DE36}" dt="2026-05-03T14:26:34.852" v="483" actId="1076"/>
          <ac:spMkLst>
            <pc:docMk/>
            <pc:sldMk cId="0" sldId="262"/>
            <ac:spMk id="27" creationId="{2A065E1B-217E-DBF0-BF12-F86E08C06A4D}"/>
          </ac:spMkLst>
        </pc:spChg>
        <pc:graphicFrameChg chg="del">
          <ac:chgData name="Matej Adamec | Blueleaf" userId="0e80f426-8cce-4cec-8dc0-34d9b74eaf55" providerId="ADAL" clId="{BB664AFF-7F9B-4611-8C51-73F12614DE36}" dt="2026-05-03T13:40:15.912" v="246" actId="478"/>
          <ac:graphicFrameMkLst>
            <pc:docMk/>
            <pc:sldMk cId="0" sldId="262"/>
            <ac:graphicFrameMk id="6" creationId="{00000000-0000-0000-0000-000000000000}"/>
          </ac:graphicFrameMkLst>
        </pc:graphicFrameChg>
        <pc:picChg chg="add del mod">
          <ac:chgData name="Matej Adamec | Blueleaf" userId="0e80f426-8cce-4cec-8dc0-34d9b74eaf55" providerId="ADAL" clId="{BB664AFF-7F9B-4611-8C51-73F12614DE36}" dt="2026-05-03T13:47:20.660" v="258" actId="478"/>
          <ac:picMkLst>
            <pc:docMk/>
            <pc:sldMk cId="0" sldId="262"/>
            <ac:picMk id="23" creationId="{B8406D31-D06A-C053-80AD-E7B6ABB2A737}"/>
          </ac:picMkLst>
        </pc:picChg>
        <pc:picChg chg="add del mod">
          <ac:chgData name="Matej Adamec | Blueleaf" userId="0e80f426-8cce-4cec-8dc0-34d9b74eaf55" providerId="ADAL" clId="{BB664AFF-7F9B-4611-8C51-73F12614DE36}" dt="2026-05-03T14:47:41.818" v="542" actId="478"/>
          <ac:picMkLst>
            <pc:docMk/>
            <pc:sldMk cId="0" sldId="262"/>
            <ac:picMk id="25" creationId="{97014467-36C8-6208-EA6C-57E0246F4AB6}"/>
          </ac:picMkLst>
        </pc:picChg>
        <pc:picChg chg="add del mod">
          <ac:chgData name="Matej Adamec | Blueleaf" userId="0e80f426-8cce-4cec-8dc0-34d9b74eaf55" providerId="ADAL" clId="{BB664AFF-7F9B-4611-8C51-73F12614DE36}" dt="2026-05-03T14:48:47.906" v="547" actId="478"/>
          <ac:picMkLst>
            <pc:docMk/>
            <pc:sldMk cId="0" sldId="262"/>
            <ac:picMk id="29" creationId="{3A32CE8B-C0AC-1F53-84C7-BF4447D754F2}"/>
          </ac:picMkLst>
        </pc:picChg>
        <pc:picChg chg="add mod">
          <ac:chgData name="Matej Adamec | Blueleaf" userId="0e80f426-8cce-4cec-8dc0-34d9b74eaf55" providerId="ADAL" clId="{BB664AFF-7F9B-4611-8C51-73F12614DE36}" dt="2026-05-03T14:49:03.615" v="552" actId="1076"/>
          <ac:picMkLst>
            <pc:docMk/>
            <pc:sldMk cId="0" sldId="262"/>
            <ac:picMk id="31" creationId="{813B23DA-813A-812D-267C-A649FBA610A4}"/>
          </ac:picMkLst>
        </pc:picChg>
      </pc:sldChg>
      <pc:sldChg chg="addSp delSp modSp mod setBg">
        <pc:chgData name="Matej Adamec | Blueleaf" userId="0e80f426-8cce-4cec-8dc0-34d9b74eaf55" providerId="ADAL" clId="{BB664AFF-7F9B-4611-8C51-73F12614DE36}" dt="2026-05-04T08:47:15.459" v="3167" actId="1076"/>
        <pc:sldMkLst>
          <pc:docMk/>
          <pc:sldMk cId="0" sldId="263"/>
        </pc:sldMkLst>
        <pc:spChg chg="mod">
          <ac:chgData name="Matej Adamec | Blueleaf" userId="0e80f426-8cce-4cec-8dc0-34d9b74eaf55" providerId="ADAL" clId="{BB664AFF-7F9B-4611-8C51-73F12614DE36}" dt="2026-05-03T21:04:12.945" v="1931" actId="208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1:03:53.368" v="1927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3T21:01:32.806" v="1919" actId="207"/>
          <ac:spMkLst>
            <pc:docMk/>
            <pc:sldMk cId="0" sldId="263"/>
            <ac:spMk id="4" creationId="{00000000-0000-0000-0000-000000000000}"/>
          </ac:spMkLst>
        </pc:spChg>
        <pc:spChg chg="del">
          <ac:chgData name="Matej Adamec | Blueleaf" userId="0e80f426-8cce-4cec-8dc0-34d9b74eaf55" providerId="ADAL" clId="{BB664AFF-7F9B-4611-8C51-73F12614DE36}" dt="2026-05-03T21:07:26.864" v="1933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Matej Adamec | Blueleaf" userId="0e80f426-8cce-4cec-8dc0-34d9b74eaf55" providerId="ADAL" clId="{BB664AFF-7F9B-4611-8C51-73F12614DE36}" dt="2026-05-03T21:07:31.348" v="1935" actId="21"/>
          <ac:spMkLst>
            <pc:docMk/>
            <pc:sldMk cId="0" sldId="263"/>
            <ac:spMk id="8" creationId="{00000000-0000-0000-0000-000000000000}"/>
          </ac:spMkLst>
        </pc:spChg>
        <pc:spChg chg="del">
          <ac:chgData name="Matej Adamec | Blueleaf" userId="0e80f426-8cce-4cec-8dc0-34d9b74eaf55" providerId="ADAL" clId="{BB664AFF-7F9B-4611-8C51-73F12614DE36}" dt="2026-05-03T21:10:57.081" v="1952" actId="21"/>
          <ac:spMkLst>
            <pc:docMk/>
            <pc:sldMk cId="0" sldId="263"/>
            <ac:spMk id="9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3T21:16:13.019" v="2037" actId="20577"/>
          <ac:spMkLst>
            <pc:docMk/>
            <pc:sldMk cId="0" sldId="263"/>
            <ac:spMk id="14" creationId="{38693A86-8C4A-DA3F-2371-FF2E7ECBCF4E}"/>
          </ac:spMkLst>
        </pc:spChg>
        <pc:spChg chg="add del mod">
          <ac:chgData name="Matej Adamec | Blueleaf" userId="0e80f426-8cce-4cec-8dc0-34d9b74eaf55" providerId="ADAL" clId="{BB664AFF-7F9B-4611-8C51-73F12614DE36}" dt="2026-05-03T21:17:35.828" v="2040"/>
          <ac:spMkLst>
            <pc:docMk/>
            <pc:sldMk cId="0" sldId="263"/>
            <ac:spMk id="15" creationId="{B0522FF1-4D95-8BBB-0895-8063B3B8A150}"/>
          </ac:spMkLst>
        </pc:spChg>
        <pc:spChg chg="add mod">
          <ac:chgData name="Matej Adamec | Blueleaf" userId="0e80f426-8cce-4cec-8dc0-34d9b74eaf55" providerId="ADAL" clId="{BB664AFF-7F9B-4611-8C51-73F12614DE36}" dt="2026-05-04T08:46:56.118" v="3158" actId="20577"/>
          <ac:spMkLst>
            <pc:docMk/>
            <pc:sldMk cId="0" sldId="263"/>
            <ac:spMk id="16" creationId="{3E885C21-865E-2E22-00D2-B7C9234C83B1}"/>
          </ac:spMkLst>
        </pc:spChg>
        <pc:spChg chg="add mod">
          <ac:chgData name="Matej Adamec | Blueleaf" userId="0e80f426-8cce-4cec-8dc0-34d9b74eaf55" providerId="ADAL" clId="{BB664AFF-7F9B-4611-8C51-73F12614DE36}" dt="2026-05-03T21:50:40.862" v="2684" actId="20577"/>
          <ac:spMkLst>
            <pc:docMk/>
            <pc:sldMk cId="0" sldId="263"/>
            <ac:spMk id="17" creationId="{664C7299-AAEB-3488-6AF1-EC0B7D231D23}"/>
          </ac:spMkLst>
        </pc:spChg>
        <pc:graphicFrameChg chg="del">
          <ac:chgData name="Matej Adamec | Blueleaf" userId="0e80f426-8cce-4cec-8dc0-34d9b74eaf55" providerId="ADAL" clId="{BB664AFF-7F9B-4611-8C51-73F12614DE36}" dt="2026-05-03T21:05:30.214" v="1932" actId="478"/>
          <ac:graphicFrameMkLst>
            <pc:docMk/>
            <pc:sldMk cId="0" sldId="263"/>
            <ac:graphicFrameMk id="5" creationId="{00000000-0000-0000-0000-000000000000}"/>
          </ac:graphicFrameMkLst>
        </pc:graphicFrameChg>
        <pc:graphicFrameChg chg="del">
          <ac:chgData name="Matej Adamec | Blueleaf" userId="0e80f426-8cce-4cec-8dc0-34d9b74eaf55" providerId="ADAL" clId="{BB664AFF-7F9B-4611-8C51-73F12614DE36}" dt="2026-05-03T20:49:47.531" v="1909" actId="478"/>
          <ac:graphicFrameMkLst>
            <pc:docMk/>
            <pc:sldMk cId="0" sldId="263"/>
            <ac:graphicFrameMk id="6" creationId="{00000000-0000-0000-0000-000000000000}"/>
          </ac:graphicFrameMkLst>
        </pc:graphicFrameChg>
        <pc:picChg chg="add del mod">
          <ac:chgData name="Matej Adamec | Blueleaf" userId="0e80f426-8cce-4cec-8dc0-34d9b74eaf55" providerId="ADAL" clId="{BB664AFF-7F9B-4611-8C51-73F12614DE36}" dt="2026-05-04T08:24:48.400" v="3151" actId="478"/>
          <ac:picMkLst>
            <pc:docMk/>
            <pc:sldMk cId="0" sldId="263"/>
            <ac:picMk id="6" creationId="{B4E8A930-1FCC-BB85-10FA-B6E94A4E6210}"/>
          </ac:picMkLst>
        </pc:picChg>
        <pc:picChg chg="add mod">
          <ac:chgData name="Matej Adamec | Blueleaf" userId="0e80f426-8cce-4cec-8dc0-34d9b74eaf55" providerId="ADAL" clId="{BB664AFF-7F9B-4611-8C51-73F12614DE36}" dt="2026-05-04T08:46:59.400" v="3159" actId="14100"/>
          <ac:picMkLst>
            <pc:docMk/>
            <pc:sldMk cId="0" sldId="263"/>
            <ac:picMk id="8" creationId="{0B5D229D-B3E2-44D6-E0D0-83F4AE318A22}"/>
          </ac:picMkLst>
        </pc:picChg>
        <pc:picChg chg="add del mod">
          <ac:chgData name="Matej Adamec | Blueleaf" userId="0e80f426-8cce-4cec-8dc0-34d9b74eaf55" providerId="ADAL" clId="{BB664AFF-7F9B-4611-8C51-73F12614DE36}" dt="2026-05-04T08:08:47.077" v="2731" actId="478"/>
          <ac:picMkLst>
            <pc:docMk/>
            <pc:sldMk cId="0" sldId="263"/>
            <ac:picMk id="11" creationId="{8BCEE268-9A32-8BE0-7894-3836C5BFE05C}"/>
          </ac:picMkLst>
        </pc:picChg>
        <pc:picChg chg="add mod">
          <ac:chgData name="Matej Adamec | Blueleaf" userId="0e80f426-8cce-4cec-8dc0-34d9b74eaf55" providerId="ADAL" clId="{BB664AFF-7F9B-4611-8C51-73F12614DE36}" dt="2026-05-04T08:47:15.459" v="3167" actId="1076"/>
          <ac:picMkLst>
            <pc:docMk/>
            <pc:sldMk cId="0" sldId="263"/>
            <ac:picMk id="13" creationId="{9013C905-614F-63BA-94B4-8469E178F85B}"/>
          </ac:picMkLst>
        </pc:picChg>
      </pc:sldChg>
      <pc:sldChg chg="del mod setBg">
        <pc:chgData name="Matej Adamec | Blueleaf" userId="0e80f426-8cce-4cec-8dc0-34d9b74eaf55" providerId="ADAL" clId="{BB664AFF-7F9B-4611-8C51-73F12614DE36}" dt="2026-05-04T08:02:36.304" v="2685" actId="2696"/>
        <pc:sldMkLst>
          <pc:docMk/>
          <pc:sldMk cId="0" sldId="264"/>
        </pc:sldMkLst>
      </pc:sldChg>
      <pc:sldChg chg="addSp delSp modSp mod setBg">
        <pc:chgData name="Matej Adamec | Blueleaf" userId="0e80f426-8cce-4cec-8dc0-34d9b74eaf55" providerId="ADAL" clId="{BB664AFF-7F9B-4611-8C51-73F12614DE36}" dt="2026-05-04T08:16:07.254" v="3149" actId="20577"/>
        <pc:sldMkLst>
          <pc:docMk/>
          <pc:sldMk cId="0" sldId="265"/>
        </pc:sldMkLst>
        <pc:spChg chg="del">
          <ac:chgData name="Matej Adamec | Blueleaf" userId="0e80f426-8cce-4cec-8dc0-34d9b74eaf55" providerId="ADAL" clId="{BB664AFF-7F9B-4611-8C51-73F12614DE36}" dt="2026-05-04T08:04:17.561" v="2689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09:34.881" v="2737" actId="208"/>
          <ac:spMkLst>
            <pc:docMk/>
            <pc:sldMk cId="0" sldId="265"/>
            <ac:spMk id="3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04:38.496" v="2695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05:01.037" v="2721" actId="20577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Matej Adamec | Blueleaf" userId="0e80f426-8cce-4cec-8dc0-34d9b74eaf55" providerId="ADAL" clId="{BB664AFF-7F9B-4611-8C51-73F12614DE36}" dt="2026-05-04T08:04:08.613" v="2688" actId="21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Matej Adamec | Blueleaf" userId="0e80f426-8cce-4cec-8dc0-34d9b74eaf55" providerId="ADAL" clId="{BB664AFF-7F9B-4611-8C51-73F12614DE36}" dt="2026-05-04T08:06:11.747" v="2729" actId="21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14:07.427" v="3022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15:13.551" v="3043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16:07.254" v="3149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tej Adamec | Blueleaf" userId="0e80f426-8cce-4cec-8dc0-34d9b74eaf55" providerId="ADAL" clId="{BB664AFF-7F9B-4611-8C51-73F12614DE36}" dt="2026-05-04T08:10:02.004" v="2740" actId="208"/>
          <ac:spMkLst>
            <pc:docMk/>
            <pc:sldMk cId="0" sldId="265"/>
            <ac:spMk id="11" creationId="{00000000-0000-0000-0000-000000000000}"/>
          </ac:spMkLst>
        </pc:spChg>
        <pc:spChg chg="add mod">
          <ac:chgData name="Matej Adamec | Blueleaf" userId="0e80f426-8cce-4cec-8dc0-34d9b74eaf55" providerId="ADAL" clId="{BB664AFF-7F9B-4611-8C51-73F12614DE36}" dt="2026-05-04T08:15:07.808" v="3042" actId="1076"/>
          <ac:spMkLst>
            <pc:docMk/>
            <pc:sldMk cId="0" sldId="265"/>
            <ac:spMk id="13" creationId="{373DBD89-47C5-E373-C22B-7934D8C859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200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Airline Operations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19202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· Operational Performance · Customer Satisfaction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500 Flights · 2023 Full Year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83680" y="128016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500 flights in 2023</a:t>
            </a:r>
            <a:endParaRPr lang="en-US" sz="1300" b="1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84632" y="1261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of 500 flights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2651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73552" y="1261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73552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 of flights delayed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1097280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897880" y="1097280"/>
            <a:ext cx="2651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062472" y="1261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 / 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62472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2472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rated below 3.0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587752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GB" dirty="0">
              <a:highlight>
                <a:srgbClr val="00FF00"/>
              </a:highlight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587752"/>
            <a:ext cx="2651760" cy="3657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GB" dirty="0">
              <a:highlight>
                <a:srgbClr val="00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Flights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500 flights profitable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587752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108960" y="2587752"/>
            <a:ext cx="265176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73552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73552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vs Ticket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73552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15% bellow industry standards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587752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897880" y="2587752"/>
            <a:ext cx="26517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062472" y="27523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$124k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062472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Differences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62472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best and worst earning region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92A82"/>
          </a:solidFill>
          <a:ln w="12700">
            <a:solidFill>
              <a:srgbClr val="492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B5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>
              <a:solidFill>
                <a:srgbClr val="7B52C7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1-in-4 Flights Cancelled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25.2% cancellation rate is far above the industry average of 2–4%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325880"/>
            <a:ext cx="3200400" cy="6126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1500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Cancelled Flights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77840" y="2002536"/>
            <a:ext cx="3200400" cy="6126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715000" y="20482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15000" y="2350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Cancellation Rate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2679192"/>
            <a:ext cx="3200400" cy="6126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71500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15000" y="3026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355848"/>
            <a:ext cx="3200400" cy="6126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71500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15000" y="37033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(worst)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4032504"/>
            <a:ext cx="3200400" cy="61264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715000" y="4078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715000" y="4379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Prem. Economy (best)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DA3C9F-4512-2505-F6E6-924175AB4941}"/>
              </a:ext>
            </a:extLst>
          </p:cNvPr>
          <p:cNvSpPr txBox="1"/>
          <p:nvPr/>
        </p:nvSpPr>
        <p:spPr>
          <a:xfrm>
            <a:off x="320040" y="4495723"/>
            <a:ext cx="4825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proactive maintenance scheduling, build crew buffers, and 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dynamic re-booking systems. Target sub-5% cancellation rate.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8AAC0EC-76F6-0339-FF86-E8CEA20A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4237"/>
            <a:ext cx="4452523" cy="3033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Delays &amp; Operational Reliability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4 operated flights were delayed — and 1 in 6 faced severe delays over 60 minutes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325880"/>
            <a:ext cx="28346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1673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Delayed (&gt;0 min)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1993392"/>
            <a:ext cx="28346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126480" y="2039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Delays (&gt;60 min)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9320" y="2660904"/>
            <a:ext cx="28346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12648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6480" y="3008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3328416"/>
            <a:ext cx="28346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126480" y="3374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2.97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3675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Satisfaction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89320" y="3995928"/>
            <a:ext cx="28346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12648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26480" y="4343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Satisfaction (*)</a:t>
            </a:r>
            <a:endParaRPr 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6881C9-D11A-BB3E-515B-3B623D2D1225}"/>
              </a:ext>
            </a:extLst>
          </p:cNvPr>
          <p:cNvSpPr txBox="1"/>
          <p:nvPr/>
        </p:nvSpPr>
        <p:spPr>
          <a:xfrm>
            <a:off x="320040" y="4246049"/>
            <a:ext cx="5435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/>
              <a:t>Reduce mechanical delays through preventive programs. Reduce overbooking by </a:t>
            </a:r>
          </a:p>
          <a:p>
            <a:r>
              <a:rPr lang="en-US" sz="1200" dirty="0"/>
              <a:t>improving capacity algorithm. Establish clear compensation policies to rebuild trust.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065E1B-217E-DBF0-BF12-F86E08C06A4D}"/>
              </a:ext>
            </a:extLst>
          </p:cNvPr>
          <p:cNvSpPr txBox="1"/>
          <p:nvPr/>
        </p:nvSpPr>
        <p:spPr>
          <a:xfrm>
            <a:off x="5904943" y="4569321"/>
            <a:ext cx="30033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*Investigate why on-time flights score lower — this </a:t>
            </a:r>
          </a:p>
          <a:p>
            <a:r>
              <a:rPr lang="en-US" sz="1000" dirty="0"/>
              <a:t>paradox points to a broader service quality issue </a:t>
            </a:r>
          </a:p>
          <a:p>
            <a:r>
              <a:rPr lang="en-US" sz="1000" dirty="0"/>
              <a:t>beyond just punctuality.</a:t>
            </a:r>
            <a:endParaRPr lang="en-GB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3B23DA-813A-812D-267C-A649FBA61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9" y="1221416"/>
            <a:ext cx="5090003" cy="3071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C6306"/>
          </a:solidFill>
          <a:ln w="12700">
            <a:solidFill>
              <a:srgbClr val="EC630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 Near Breaking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of 2.99/5 — with 50% of passengers rating below 3.0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788449-7DE7-63A0-1879-F5384C09B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93512"/>
            <a:ext cx="8766643" cy="3247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4C1EE1-B084-7D39-48D9-434037091921}"/>
              </a:ext>
            </a:extLst>
          </p:cNvPr>
          <p:cNvSpPr txBox="1"/>
          <p:nvPr/>
        </p:nvSpPr>
        <p:spPr>
          <a:xfrm>
            <a:off x="320040" y="1188720"/>
            <a:ext cx="851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First and Premium Economy cabins score the lowest (2.87), which is particularly damaging given these are the higher-value customers.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F53D8-5DF8-2DD7-A188-8E1961C4CA2D}"/>
              </a:ext>
            </a:extLst>
          </p:cNvPr>
          <p:cNvSpPr txBox="1"/>
          <p:nvPr/>
        </p:nvSpPr>
        <p:spPr>
          <a:xfrm>
            <a:off x="320040" y="4641278"/>
            <a:ext cx="872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/>
              <a:t>Priorities product upgrades in premium cabins, invest in proactive communication during disruptions, and introduce a service recovery</a:t>
            </a:r>
          </a:p>
          <a:p>
            <a:r>
              <a:rPr lang="en-US" sz="1200" dirty="0"/>
              <a:t>program targeting most impacted age groups.</a:t>
            </a:r>
            <a:endParaRPr lang="en-GB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823B"/>
          </a:solidFill>
          <a:ln w="12700">
            <a:solidFill>
              <a:srgbClr val="0082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Flights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flight operated at some profit in 2023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325880"/>
            <a:ext cx="2926080" cy="3383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0350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$584.3K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035040" y="1801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Revenue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$1.2K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035040" y="2441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Flight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3504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Cost/Seat as % of Revenue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$34.1K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3504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 Cost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$550.2K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3504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Profit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C812F8-29C4-6C00-12EE-6A72263D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250386"/>
            <a:ext cx="5101501" cy="31387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D823BF-48BE-F275-FE6D-13134E8C8366}"/>
              </a:ext>
            </a:extLst>
          </p:cNvPr>
          <p:cNvSpPr txBox="1"/>
          <p:nvPr/>
        </p:nvSpPr>
        <p:spPr>
          <a:xfrm>
            <a:off x="237744" y="4386441"/>
            <a:ext cx="539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 </a:t>
            </a:r>
            <a:r>
              <a:rPr lang="en-GB" sz="1200" dirty="0"/>
              <a:t>Look at “what works” at top 3 airports and use those strategies as improvement </a:t>
            </a:r>
          </a:p>
          <a:p>
            <a:r>
              <a:rPr lang="en-GB" sz="1200" dirty="0"/>
              <a:t>bases for less profitable ones. Explore better capacity management to use right-size</a:t>
            </a:r>
            <a:br>
              <a:rPr lang="en-GB" sz="1200" dirty="0"/>
            </a:br>
            <a:r>
              <a:rPr lang="en-GB" sz="1200" dirty="0"/>
              <a:t>aircraft to match demand and maximize load factors.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C00"/>
          </a:solidFill>
          <a:ln w="12700">
            <a:solidFill>
              <a:srgbClr val="8E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39" y="411480"/>
            <a:ext cx="724792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Severely Undeveloped Ancillary Revenue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 is about 15% below industry standards 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9154"/>
              </p:ext>
            </p:extLst>
          </p:nvPr>
        </p:nvGraphicFramePr>
        <p:xfrm>
          <a:off x="4455879" y="1664452"/>
          <a:ext cx="4434840" cy="12893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vs 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Ticket 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$510,686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87.4%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Ancillary 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$73,574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12.6%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99DAE5-048A-82E3-4CC9-15CE9C7CBF0C}"/>
              </a:ext>
            </a:extLst>
          </p:cNvPr>
          <p:cNvSpPr txBox="1"/>
          <p:nvPr/>
        </p:nvSpPr>
        <p:spPr>
          <a:xfrm>
            <a:off x="320039" y="1252728"/>
            <a:ext cx="715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This income stream carries near-zero marginal operational cost and therefore it is a clear area for improvement.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2582B-8428-FE8B-92A3-CEBEDD839122}"/>
              </a:ext>
            </a:extLst>
          </p:cNvPr>
          <p:cNvSpPr txBox="1"/>
          <p:nvPr/>
        </p:nvSpPr>
        <p:spPr>
          <a:xfrm>
            <a:off x="4572000" y="3300761"/>
            <a:ext cx="44024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 new structured ancillary programs with a goal of increasing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stream to 25% of ticket revenue: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- introduce multiple service levels with strategic upsell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- create packages (seat + luggage + meal) at premium prices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- offer new and improved loyalty rewards </a:t>
            </a:r>
            <a:b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- establish partnership with new retailers to sell onboard</a:t>
            </a:r>
          </a:p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- investigate implementing AI-driven recommendation engine </a:t>
            </a:r>
            <a:endParaRPr lang="en-GB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C6ED6-9A21-1303-BA94-D95167A08B8D}"/>
              </a:ext>
            </a:extLst>
          </p:cNvPr>
          <p:cNvSpPr txBox="1"/>
          <p:nvPr/>
        </p:nvSpPr>
        <p:spPr>
          <a:xfrm>
            <a:off x="320040" y="4845204"/>
            <a:ext cx="47243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*additional analysis can be done using passenger data to target ancillary offers by demographics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99E592-9A32-2686-8829-231D1EEFC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54" y="1632741"/>
            <a:ext cx="3455755" cy="3022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32D54"/>
          </a:solidFill>
          <a:ln w="12700">
            <a:solidFill>
              <a:srgbClr val="832D5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6</a:t>
            </a:r>
            <a:endParaRPr lang="en-US" sz="1100" dirty="0">
              <a:solidFill>
                <a:srgbClr val="93335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Region Profitability Variance &amp; Revenue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13C905-614F-63BA-94B4-8469E178F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534737"/>
            <a:ext cx="4341667" cy="2769473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38693A86-8C4A-DA3F-2371-FF2E7ECBCF4E}"/>
              </a:ext>
            </a:extLst>
          </p:cNvPr>
          <p:cNvSpPr/>
          <p:nvPr/>
        </p:nvSpPr>
        <p:spPr>
          <a:xfrm>
            <a:off x="320040" y="932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differences in revenue between regions across the country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885C21-865E-2E22-00D2-B7C9234C83B1}"/>
              </a:ext>
            </a:extLst>
          </p:cNvPr>
          <p:cNvSpPr txBox="1"/>
          <p:nvPr/>
        </p:nvSpPr>
        <p:spPr>
          <a:xfrm>
            <a:off x="320040" y="1188571"/>
            <a:ext cx="3289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Revenue is far from evenly distributed across regions</a:t>
            </a:r>
            <a:r>
              <a:rPr lang="en-US" sz="1200" dirty="0"/>
              <a:t>.</a:t>
            </a:r>
            <a:endParaRPr lang="en-GB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4C7299-AAEB-3488-6AF1-EC0B7D231D23}"/>
              </a:ext>
            </a:extLst>
          </p:cNvPr>
          <p:cNvSpPr txBox="1"/>
          <p:nvPr/>
        </p:nvSpPr>
        <p:spPr>
          <a:xfrm>
            <a:off x="323829" y="4202222"/>
            <a:ext cx="88201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1200" dirty="0"/>
              <a:t>West Coast – focus on introducing premium products in already strong region</a:t>
            </a:r>
            <a:br>
              <a:rPr lang="en-GB" sz="1200" dirty="0"/>
            </a:br>
            <a:r>
              <a:rPr lang="en-GB" sz="1200" dirty="0"/>
              <a:t>      Southeast – determine whether this is a demand or operational problem – either fix or exit the region and focus elsewhere</a:t>
            </a:r>
            <a:br>
              <a:rPr lang="en-GB" sz="1200" dirty="0"/>
            </a:br>
            <a:r>
              <a:rPr lang="en-GB" sz="1200" dirty="0"/>
              <a:t>      South, Central, Northeast – similar performance. Focusing on marketing, increased frequency of flights and ancillary revenue programs </a:t>
            </a:r>
            <a:br>
              <a:rPr lang="en-GB" sz="1200" dirty="0"/>
            </a:br>
            <a:r>
              <a:rPr lang="en-GB" sz="1200" dirty="0"/>
              <a:t>      can push these more towards the West Coast performance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5D229D-B3E2-44D6-E0D0-83F4AE318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54" y="1508612"/>
            <a:ext cx="4219895" cy="2831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reveals a business in need for specific changes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25% cancellation rate and a portion of delayed flights is far above the industry benchmark, destroying customer journey and overall relationships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631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Customer satisfaction at 2.99/5 risks permanent customer churn if unaddressed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975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Gradual optimization of services based on the Region and its current financial performance 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526280"/>
            <a:ext cx="8503920" cy="18288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Operations Case Study  ·  2023 Full Year Analysis  ·  500 Flights</a:t>
            </a:r>
            <a:endParaRPr lang="en-US" sz="1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73DBD89-47C5-E373-C22B-7934D8C8597A}"/>
              </a:ext>
            </a:extLst>
          </p:cNvPr>
          <p:cNvSpPr/>
          <p:nvPr/>
        </p:nvSpPr>
        <p:spPr>
          <a:xfrm>
            <a:off x="457200" y="2880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With only 12% of ticket revenue, ancillary income is massively underdeveloped area – clearest short-term opportunity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741</Words>
  <Application>Microsoft Office PowerPoint</Application>
  <PresentationFormat>On-screen Show (16:9)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Operations Case Study</dc:title>
  <dc:subject>PptxGenJS Presentation</dc:subject>
  <dc:creator>PptxGenJS</dc:creator>
  <cp:lastModifiedBy>Matej Adamec | Blueleaf</cp:lastModifiedBy>
  <cp:revision>1</cp:revision>
  <dcterms:created xsi:type="dcterms:W3CDTF">2026-05-03T12:45:08Z</dcterms:created>
  <dcterms:modified xsi:type="dcterms:W3CDTF">2026-05-04T08:47:24Z</dcterms:modified>
</cp:coreProperties>
</file>